
<file path=[Content_Types].xml><?xml version="1.0" encoding="utf-8"?>
<Types xmlns="http://schemas.openxmlformats.org/package/2006/content-types">
  <Default Extension="gif" ContentType="image/gif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60" r:id="rId5"/>
    <p:sldId id="361" r:id="rId6"/>
    <p:sldId id="538" r:id="rId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3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FF3300"/>
    <a:srgbClr val="666633"/>
    <a:srgbClr val="EAEAEA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1704" y="96"/>
      </p:cViewPr>
      <p:guideLst>
        <p:guide orient="horz" pos="2173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282A953-D70F-4C9D-90C1-D2F6C2DD672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  <p:sp>
        <p:nvSpPr>
          <p:cNvPr id="409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76200"/>
            <a:ext cx="73914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 fontAlgn="base"/>
            <a:r>
              <a:rPr lang="zh-CN" strike="noStrike" noProof="1" smtClean="0"/>
              <a:t>单击此处编辑母版标题样式</a:t>
            </a:r>
            <a:endParaRPr lang="zh-CN" strike="noStrike" noProof="1" smtClean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76200"/>
            <a:ext cx="8001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 fontAlgn="base"/>
            <a:r>
              <a:rPr lang="zh-CN" strike="noStrike" noProof="1" smtClean="0"/>
              <a:t>单击此处编辑母版标题样式</a:t>
            </a:r>
            <a:endParaRPr lang="zh-CN" strike="noStrike" noProof="1" smtClean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7" name="Rectangle 7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solidFill>
            <a:srgbClr val="0056A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11"/>
          <p:cNvSpPr>
            <a:spLocks noGrp="1"/>
          </p:cNvSpPr>
          <p:nvPr>
            <p:ph type="title"/>
          </p:nvPr>
        </p:nvSpPr>
        <p:spPr>
          <a:xfrm>
            <a:off x="1143000" y="76200"/>
            <a:ext cx="8001000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9" name="Rectangle 12"/>
          <p:cNvSpPr>
            <a:spLocks noChangeArrowheads="1"/>
          </p:cNvSpPr>
          <p:nvPr/>
        </p:nvSpPr>
        <p:spPr bwMode="auto">
          <a:xfrm>
            <a:off x="0" y="6629400"/>
            <a:ext cx="9144000" cy="228600"/>
          </a:xfrm>
          <a:prstGeom prst="rect">
            <a:avLst/>
          </a:prstGeom>
          <a:gradFill rotWithShape="1">
            <a:gsLst>
              <a:gs pos="0">
                <a:srgbClr val="0056AC"/>
              </a:gs>
              <a:gs pos="100000">
                <a:schemeClr val="folHlink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《</a:t>
            </a: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大数据技术原理与应用（第</a:t>
            </a: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版）</a:t>
            </a: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》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3" name="Rectangle 2"/>
          <p:cNvSpPr/>
          <p:nvPr/>
        </p:nvSpPr>
        <p:spPr>
          <a:xfrm>
            <a:off x="0" y="0"/>
            <a:ext cx="9144000" cy="2133600"/>
          </a:xfrm>
          <a:prstGeom prst="rect">
            <a:avLst/>
          </a:prstGeom>
          <a:solidFill>
            <a:srgbClr val="0056A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4" name="Rectangle 3"/>
          <p:cNvSpPr/>
          <p:nvPr/>
        </p:nvSpPr>
        <p:spPr>
          <a:xfrm>
            <a:off x="152400" y="6629400"/>
            <a:ext cx="9144000" cy="228600"/>
          </a:xfrm>
          <a:prstGeom prst="rect">
            <a:avLst/>
          </a:prstGeom>
          <a:gradFill rotWithShape="1">
            <a:gsLst>
              <a:gs pos="0">
                <a:srgbClr val="0056AC"/>
              </a:gs>
              <a:gs pos="100000">
                <a:schemeClr val="folHlink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2020</a:t>
            </a:r>
            <a:r>
              <a:rPr lang="zh-CN" altLang="en-US" sz="12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年版本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5" name="Rectangle 6"/>
          <p:cNvSpPr>
            <a:spLocks noGrp="1"/>
          </p:cNvSpPr>
          <p:nvPr>
            <p:ph type="title"/>
          </p:nvPr>
        </p:nvSpPr>
        <p:spPr>
          <a:xfrm>
            <a:off x="533400" y="2362200"/>
            <a:ext cx="8229600" cy="1143000"/>
          </a:xfrm>
        </p:spPr>
        <p:txBody>
          <a:bodyPr vert="horz" wrap="square" lIns="91440" tIns="45720" rIns="91440" bIns="45720" anchor="ctr" anchorCtr="0"/>
          <a:p>
            <a:pPr algn="ctr" eaLnBrk="1" hangingPunct="1"/>
            <a:br>
              <a:rPr lang="en-US" altLang="zh-CN" sz="2400" b="1" dirty="0">
                <a:solidFill>
                  <a:schemeClr val="tx1"/>
                </a:solidFill>
              </a:rPr>
            </a:br>
            <a:r>
              <a:rPr lang="zh-CN" altLang="en-US" b="1" dirty="0">
                <a:solidFill>
                  <a:schemeClr val="tx1"/>
                </a:solidFill>
              </a:rPr>
              <a:t>第</a:t>
            </a:r>
            <a:r>
              <a:rPr lang="en-US" altLang="zh-CN" b="1" dirty="0">
                <a:solidFill>
                  <a:schemeClr val="tx1"/>
                </a:solidFill>
              </a:rPr>
              <a:t>3</a:t>
            </a:r>
            <a:r>
              <a:rPr lang="zh-CN" altLang="en-US" b="1" dirty="0">
                <a:solidFill>
                  <a:schemeClr val="tx1"/>
                </a:solidFill>
              </a:rPr>
              <a:t>章 分布式文件系统HDFS</a:t>
            </a:r>
            <a:br>
              <a:rPr lang="en-US" altLang="zh-CN" sz="2400" b="1" dirty="0">
                <a:solidFill>
                  <a:schemeClr val="tx1"/>
                </a:solidFill>
              </a:rPr>
            </a:br>
            <a:r>
              <a:rPr lang="en-US" altLang="zh-CN" sz="2400" b="1" dirty="0">
                <a:solidFill>
                  <a:schemeClr val="tx1"/>
                </a:solidFill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</a:rPr>
              <a:t>（</a:t>
            </a:r>
            <a:r>
              <a:rPr lang="en-US" altLang="zh-CN" sz="2000" b="1" dirty="0">
                <a:solidFill>
                  <a:schemeClr val="tx1"/>
                </a:solidFill>
              </a:rPr>
              <a:t>PPT</a:t>
            </a:r>
            <a:r>
              <a:rPr lang="zh-CN" altLang="en-US" sz="2000" b="1" dirty="0">
                <a:solidFill>
                  <a:schemeClr val="tx1"/>
                </a:solidFill>
              </a:rPr>
              <a:t>版本号：</a:t>
            </a:r>
            <a:r>
              <a:rPr lang="en-US" altLang="zh-CN" sz="2000" b="1" dirty="0">
                <a:solidFill>
                  <a:schemeClr val="tx1"/>
                </a:solidFill>
              </a:rPr>
              <a:t>2020</a:t>
            </a:r>
            <a:r>
              <a:rPr lang="zh-CN" altLang="en-US" sz="2000" b="1" dirty="0">
                <a:solidFill>
                  <a:schemeClr val="tx1"/>
                </a:solidFill>
              </a:rPr>
              <a:t>年</a:t>
            </a:r>
            <a:r>
              <a:rPr lang="en-US" altLang="zh-CN" sz="2000" b="1" dirty="0">
                <a:solidFill>
                  <a:schemeClr val="tx1"/>
                </a:solidFill>
              </a:rPr>
              <a:t>12</a:t>
            </a:r>
            <a:r>
              <a:rPr lang="zh-CN" altLang="en-US" sz="2000" b="1" dirty="0">
                <a:solidFill>
                  <a:schemeClr val="tx1"/>
                </a:solidFill>
              </a:rPr>
              <a:t>月版本）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076" name="Oval 7"/>
          <p:cNvSpPr/>
          <p:nvPr/>
        </p:nvSpPr>
        <p:spPr>
          <a:xfrm>
            <a:off x="1447800" y="304800"/>
            <a:ext cx="990600" cy="1600200"/>
          </a:xfrm>
          <a:prstGeom prst="ellipse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7" name="AutoShape 8"/>
          <p:cNvSpPr/>
          <p:nvPr/>
        </p:nvSpPr>
        <p:spPr>
          <a:xfrm>
            <a:off x="609600" y="-80962"/>
            <a:ext cx="990600" cy="22860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78" name="Rectangle 9"/>
          <p:cNvSpPr/>
          <p:nvPr/>
        </p:nvSpPr>
        <p:spPr>
          <a:xfrm>
            <a:off x="0" y="2133600"/>
            <a:ext cx="9144000" cy="1524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C0C0C0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079" name="Picture 10" descr="arro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400" y="4738688"/>
            <a:ext cx="200025" cy="114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80" name="Text Box 12"/>
          <p:cNvSpPr txBox="1"/>
          <p:nvPr/>
        </p:nvSpPr>
        <p:spPr>
          <a:xfrm>
            <a:off x="1981200" y="381000"/>
            <a:ext cx="69342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《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大数据技术原理与应用（第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版）</a:t>
            </a: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》</a:t>
            </a:r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/>
              <a:t>3.1.1	计算机集群结构</a:t>
            </a:r>
            <a:endParaRPr lang="zh-CN" altLang="en-US" dirty="0"/>
          </a:p>
        </p:txBody>
      </p:sp>
      <p:sp>
        <p:nvSpPr>
          <p:cNvPr id="7170" name="Text Box 4"/>
          <p:cNvSpPr txBox="1"/>
          <p:nvPr/>
        </p:nvSpPr>
        <p:spPr>
          <a:xfrm>
            <a:off x="381000" y="1219200"/>
            <a:ext cx="8382000" cy="16160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har char="•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分布式文件系统把文件分布存储到多个计算机节点上，成千上万的计算机节点构成计算机集群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Char char="•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与之前使用多个处理器和专用高级硬件的并行化处理装置不同的是，目前的分布式文件系统所采用的计算机集群，都是由普通硬件构成的，这就大大降低了硬件上的开销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171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0" y="2743200"/>
            <a:ext cx="5029200" cy="33893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2" name="Rectangle 6"/>
          <p:cNvSpPr/>
          <p:nvPr/>
        </p:nvSpPr>
        <p:spPr>
          <a:xfrm>
            <a:off x="2971800" y="6096000"/>
            <a:ext cx="31559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0" hangingPunct="0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3-1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计算机集群的基本架构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dirty="0"/>
              <a:t>3.1.2	</a:t>
            </a:r>
            <a:r>
              <a:rPr lang="zh-CN" altLang="en-US" dirty="0"/>
              <a:t>分布式文件系统的结构</a:t>
            </a:r>
            <a:endParaRPr lang="zh-CN" altLang="en-US" dirty="0"/>
          </a:p>
        </p:txBody>
      </p:sp>
      <p:sp>
        <p:nvSpPr>
          <p:cNvPr id="8194" name="Text Box 4"/>
          <p:cNvSpPr txBox="1"/>
          <p:nvPr/>
        </p:nvSpPr>
        <p:spPr>
          <a:xfrm>
            <a:off x="2819400" y="5486400"/>
            <a:ext cx="3124200" cy="3667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5" name="Text Box 5"/>
          <p:cNvSpPr txBox="1"/>
          <p:nvPr/>
        </p:nvSpPr>
        <p:spPr>
          <a:xfrm>
            <a:off x="304800" y="1295400"/>
            <a:ext cx="8534400" cy="9159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分布式文件系统在物理结构上是由计算机集群中的多个节点构成的，这些节点分为两类，一类叫“主节点”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(Master Node)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或者也被称为“名称结点”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(NameNode)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，另一类叫“从节点”（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Slave Node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）或者也被称为“数据节点”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(DataNode)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19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2438400"/>
            <a:ext cx="6324600" cy="3470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7" name="Rectangle 7"/>
          <p:cNvSpPr/>
          <p:nvPr/>
        </p:nvSpPr>
        <p:spPr>
          <a:xfrm>
            <a:off x="2819400" y="6019800"/>
            <a:ext cx="35496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3-2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大规模文件系统的整体结构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217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512" y="0"/>
            <a:ext cx="9180512" cy="69008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18" name="Rectangle 10"/>
          <p:cNvSpPr/>
          <p:nvPr/>
        </p:nvSpPr>
        <p:spPr>
          <a:xfrm>
            <a:off x="-12700" y="5638800"/>
            <a:ext cx="9194800" cy="1219200"/>
          </a:xfrm>
          <a:prstGeom prst="rect">
            <a:avLst/>
          </a:prstGeom>
          <a:solidFill>
            <a:srgbClr val="0056A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21914" tIns="60957" rIns="121914" bIns="60957" anchor="ctr" anchorCtr="0"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9" name="Text Box 11"/>
          <p:cNvSpPr txBox="1"/>
          <p:nvPr/>
        </p:nvSpPr>
        <p:spPr>
          <a:xfrm>
            <a:off x="228600" y="5957888"/>
            <a:ext cx="8763000" cy="450850"/>
          </a:xfrm>
          <a:prstGeom prst="rect">
            <a:avLst/>
          </a:prstGeom>
          <a:noFill/>
          <a:ln w="9525">
            <a:noFill/>
          </a:ln>
        </p:spPr>
        <p:txBody>
          <a:bodyPr lIns="121914" tIns="60957" rIns="121914" bIns="60957" anchor="t" anchorCtr="0">
            <a:spAutoFit/>
          </a:bodyPr>
          <a:p>
            <a:pPr algn="ctr"/>
            <a:r>
              <a:rPr lang="en-US" altLang="zh-CN" sz="21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Department of Computer Science,  Xiamen University, 2020</a:t>
            </a:r>
            <a:endParaRPr lang="en-US" altLang="zh-CN" sz="21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</Words>
  <Application>WPS 演示</Application>
  <PresentationFormat>全屏显示(4:3)</PresentationFormat>
  <Paragraphs>21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黑体</vt:lpstr>
      <vt:lpstr>Times New Roman</vt:lpstr>
      <vt:lpstr>微软雅黑</vt:lpstr>
      <vt:lpstr>Arial Unicode MS</vt:lpstr>
      <vt:lpstr>默认设计模板</vt:lpstr>
      <vt:lpstr> 第3章 分布式文件系统HDFS  （PPT版本号：2020年12月版本） </vt:lpstr>
      <vt:lpstr>3.1.1	计算机集群结构</vt:lpstr>
      <vt:lpstr>3.1.2	分布式文件系统的结构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大数据技术原理与应用</dc:title>
  <dc:creator>厦门大学-林子雨-编著</dc:creator>
  <dc:description>http://dblab.xmu.edu.cn/post/bigdata</dc:description>
  <cp:lastModifiedBy>陈</cp:lastModifiedBy>
  <cp:revision>267</cp:revision>
  <dcterms:created xsi:type="dcterms:W3CDTF">2015-04-21T14:02:00Z</dcterms:created>
  <dcterms:modified xsi:type="dcterms:W3CDTF">2025-12-15T01:39:03Z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9B89CF9E3E834CB19A625E452B826322_13</vt:lpwstr>
  </property>
</Properties>
</file>