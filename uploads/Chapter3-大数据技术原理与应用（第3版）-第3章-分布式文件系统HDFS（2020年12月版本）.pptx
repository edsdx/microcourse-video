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1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3300"/>
    <a:srgbClr val="666633"/>
    <a:srgbClr val="EAEAEA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96"/>
      </p:cViewPr>
      <p:guideLst>
        <p:guide orient="horz" pos="2173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82A953-D70F-4C9D-90C1-D2F6C2DD672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76200"/>
            <a:ext cx="73914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 smtClean="0"/>
              <a:t>单击此处编辑母版标题样式</a:t>
            </a:r>
            <a:endParaRPr lang="zh-CN" strike="noStrike" noProof="1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 smtClean="0"/>
              <a:t>单击此处编辑母版标题样式</a:t>
            </a:r>
            <a:endParaRPr lang="zh-CN" strike="noStrike" noProof="1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2"/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《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大数据技术原理与应用（第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版）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》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3.1.2	</a:t>
            </a:r>
            <a:r>
              <a:rPr lang="zh-CN" altLang="en-US" dirty="0"/>
              <a:t>分布式文件系统的结构</a:t>
            </a:r>
            <a:endParaRPr lang="zh-CN" altLang="en-US" dirty="0"/>
          </a:p>
        </p:txBody>
      </p:sp>
      <p:sp>
        <p:nvSpPr>
          <p:cNvPr id="8194" name="Text Box 4"/>
          <p:cNvSpPr txBox="1"/>
          <p:nvPr/>
        </p:nvSpPr>
        <p:spPr>
          <a:xfrm>
            <a:off x="2819400" y="5486400"/>
            <a:ext cx="31242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Text Box 5"/>
          <p:cNvSpPr txBox="1"/>
          <p:nvPr/>
        </p:nvSpPr>
        <p:spPr>
          <a:xfrm>
            <a:off x="304800" y="1295400"/>
            <a:ext cx="8534400" cy="915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分布式文件系统在物理结构上是由计算机集群中的多个节点构成的，这些节点分为两类，一类叫“主节点”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(Master Node)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或者也被称为“名称结点”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(NameNode)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，另一类叫“从节点”（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Slave Node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）或者也被称为“数据节点”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(DataNode)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19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438400"/>
            <a:ext cx="6324600" cy="3470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Rectangle 7"/>
          <p:cNvSpPr/>
          <p:nvPr/>
        </p:nvSpPr>
        <p:spPr>
          <a:xfrm>
            <a:off x="2819400" y="6019800"/>
            <a:ext cx="3549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3-2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大规模文件系统的整体结构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全屏显示(4:3)</PresentationFormat>
  <Paragraphs>6</Paragraphs>
  <Slides>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默认设计模板</vt:lpstr>
      <vt:lpstr>3.1.2	分布式文件系统的结构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大数据技术原理与应用</dc:title>
  <dc:creator>厦门大学-林子雨-编著</dc:creator>
  <dc:description>http://dblab.xmu.edu.cn/post/bigdata</dc:description>
  <cp:lastModifiedBy>陈</cp:lastModifiedBy>
  <cp:revision>268</cp:revision>
  <dcterms:created xsi:type="dcterms:W3CDTF">2015-04-21T14:02:00Z</dcterms:created>
  <dcterms:modified xsi:type="dcterms:W3CDTF">2025-12-17T02:44:43Z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9B89CF9E3E834CB19A625E452B826322_13</vt:lpwstr>
  </property>
</Properties>
</file>